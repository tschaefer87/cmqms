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  <p:sldMasterId id="2147483675" r:id="rId2"/>
  </p:sldMasterIdLst>
  <p:notesMasterIdLst>
    <p:notesMasterId r:id="rId6"/>
  </p:notesMasterIdLst>
  <p:sldIdLst>
    <p:sldId id="256" r:id="rId3"/>
    <p:sldId id="623" r:id="rId4"/>
    <p:sldId id="624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40C0"/>
    <a:srgbClr val="FF9933"/>
    <a:srgbClr val="67BCAE"/>
    <a:srgbClr val="EAD2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03" autoAdjust="0"/>
    <p:restoredTop sz="82403" autoAdjust="0"/>
  </p:normalViewPr>
  <p:slideViewPr>
    <p:cSldViewPr>
      <p:cViewPr>
        <p:scale>
          <a:sx n="104" d="100"/>
          <a:sy n="104" d="100"/>
        </p:scale>
        <p:origin x="1056" y="-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BCEECD-F39C-4D02-890D-AC0AE91B6A27}" type="datetimeFigureOut">
              <a:rPr lang="en-US" smtClean="0"/>
              <a:pPr/>
              <a:t>10/27/25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8C5A7-0305-4EBC-87F9-6BE751D0892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8C5A7-0305-4EBC-87F9-6BE751D0892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14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8C5A7-0305-4EBC-87F9-6BE751D0892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069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8C5A7-0305-4EBC-87F9-6BE751D0892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310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86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86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33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90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11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19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1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8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35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7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57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 cstate="print">
            <a:lum/>
          </a:blip>
          <a:srcRect/>
          <a:stretch>
            <a:fillRect t="-42000" b="4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416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 Click to add title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67544" y="2276872"/>
            <a:ext cx="8229600" cy="3600400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40157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19672" y="0"/>
            <a:ext cx="7524328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123728" y="1268760"/>
            <a:ext cx="6563072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2134072" y="1844824"/>
            <a:ext cx="6563072" cy="4147865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6818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 cstate="print">
            <a:lum/>
          </a:blip>
          <a:srcRect/>
          <a:stretch>
            <a:fillRect t="-42000" b="5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4166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16778"/>
            <a:ext cx="9144000" cy="1069514"/>
          </a:xfrm>
          <a:prstGeom prst="rect">
            <a:avLst/>
          </a:prstGeom>
        </p:spPr>
        <p:txBody>
          <a:bodyPr anchor="ctr"/>
          <a:lstStyle>
            <a:lvl1pPr>
              <a:defRPr lang="ko-KR" altLang="en-US" dirty="0"/>
            </a:lvl1pPr>
          </a:lstStyle>
          <a:p>
            <a:r>
              <a:rPr lang="en-US" altLang="ko-KR" dirty="0"/>
              <a:t> Click to add title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67544" y="2276872"/>
            <a:ext cx="8229600" cy="3600400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570D19B9-2FD6-B229-80B7-A0E05D1E8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836712" y="6597352"/>
            <a:ext cx="2133600" cy="365125"/>
          </a:xfrm>
        </p:spPr>
        <p:txBody>
          <a:bodyPr/>
          <a:lstStyle/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482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35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60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F0832-F084-422D-97D1-AF848F4F2C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4939" y="5635533"/>
            <a:ext cx="846043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Prof. Dr. Thomas Schäfer</a:t>
            </a:r>
            <a:br>
              <a:rPr kumimoji="0" lang="en-US" altLang="ko-KR" sz="16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</a:b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Università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degli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studi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 di Trieste (UNITS), Winter Semester 2025</a:t>
            </a: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599575" y="3346581"/>
            <a:ext cx="839239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2000" b="1" dirty="0" err="1"/>
              <a:t>Computational</a:t>
            </a:r>
            <a:r>
              <a:rPr lang="fr-FR" sz="2000" b="1" dirty="0"/>
              <a:t> Methods for Quantum </a:t>
            </a:r>
            <a:r>
              <a:rPr lang="fr-FR" sz="2000" b="1" dirty="0" err="1"/>
              <a:t>Many</a:t>
            </a:r>
            <a:r>
              <a:rPr lang="fr-FR" sz="2000" b="1" dirty="0"/>
              <a:t>-Body </a:t>
            </a:r>
            <a:r>
              <a:rPr lang="fr-FR" sz="2000" b="1" dirty="0" err="1"/>
              <a:t>Systems</a:t>
            </a:r>
            <a:r>
              <a:rPr lang="fr-FR" sz="2000" b="1" dirty="0"/>
              <a:t> (CMQMB) -</a:t>
            </a:r>
          </a:p>
          <a:p>
            <a:pPr algn="r"/>
            <a:r>
              <a:rPr lang="fr-FR" sz="2000" b="1" dirty="0" err="1"/>
              <a:t>from</a:t>
            </a:r>
            <a:r>
              <a:rPr lang="fr-FR" sz="2000" b="1" dirty="0"/>
              <a:t> </a:t>
            </a:r>
            <a:r>
              <a:rPr lang="fr-FR" sz="2000" b="1" dirty="0" err="1">
                <a:solidFill>
                  <a:srgbClr val="FF0000"/>
                </a:solidFill>
              </a:rPr>
              <a:t>artificial</a:t>
            </a:r>
            <a:r>
              <a:rPr lang="fr-FR" sz="2000" b="1" dirty="0">
                <a:solidFill>
                  <a:srgbClr val="FF0000"/>
                </a:solidFill>
              </a:rPr>
              <a:t> </a:t>
            </a:r>
            <a:r>
              <a:rPr lang="fr-FR" sz="2000" b="1" dirty="0" err="1">
                <a:solidFill>
                  <a:srgbClr val="FF0000"/>
                </a:solidFill>
              </a:rPr>
              <a:t>atoms</a:t>
            </a:r>
            <a:r>
              <a:rPr lang="fr-FR" sz="2000" b="1" dirty="0">
                <a:solidFill>
                  <a:srgbClr val="FF0000"/>
                </a:solidFill>
              </a:rPr>
              <a:t> </a:t>
            </a:r>
            <a:r>
              <a:rPr lang="fr-FR" sz="2000" b="1" dirty="0"/>
              <a:t>to </a:t>
            </a:r>
            <a:r>
              <a:rPr lang="fr-FR" sz="2000" b="1" dirty="0">
                <a:solidFill>
                  <a:srgbClr val="3240C0"/>
                </a:solidFill>
              </a:rPr>
              <a:t>high-</a:t>
            </a:r>
            <a:r>
              <a:rPr lang="fr-FR" sz="2000" b="1" dirty="0" err="1">
                <a:solidFill>
                  <a:srgbClr val="3240C0"/>
                </a:solidFill>
              </a:rPr>
              <a:t>temperature</a:t>
            </a:r>
            <a:r>
              <a:rPr lang="fr-FR" sz="2000" b="1" dirty="0">
                <a:solidFill>
                  <a:srgbClr val="3240C0"/>
                </a:solidFill>
              </a:rPr>
              <a:t> </a:t>
            </a:r>
            <a:r>
              <a:rPr lang="fr-FR" sz="2000" b="1" dirty="0" err="1">
                <a:solidFill>
                  <a:srgbClr val="3240C0"/>
                </a:solidFill>
              </a:rPr>
              <a:t>superconductors</a:t>
            </a:r>
            <a:endParaRPr lang="fr-FR" sz="2000" b="1" dirty="0">
              <a:solidFill>
                <a:srgbClr val="3240C0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ABCDEA0-20EB-D943-A33B-20ACE40A1BAC}"/>
              </a:ext>
            </a:extLst>
          </p:cNvPr>
          <p:cNvCxnSpPr/>
          <p:nvPr/>
        </p:nvCxnSpPr>
        <p:spPr>
          <a:xfrm>
            <a:off x="531538" y="4125273"/>
            <a:ext cx="8392395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34EB2AA-084B-5758-A53D-3EC700C3F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62" y="5564447"/>
            <a:ext cx="2844084" cy="10039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50F71C-8BEF-AA42-4904-6BD37E2B9BFE}"/>
              </a:ext>
            </a:extLst>
          </p:cNvPr>
          <p:cNvSpPr txBox="1"/>
          <p:nvPr/>
        </p:nvSpPr>
        <p:spPr>
          <a:xfrm>
            <a:off x="2195736" y="4183962"/>
            <a:ext cx="6728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altLang="ko-KR" sz="1800" b="1" dirty="0">
                <a:solidFill>
                  <a:srgbClr val="3240C0"/>
                </a:solidFill>
                <a:ea typeface="맑은 고딕" pitchFamily="50" charset="-127"/>
                <a:cs typeface="Arial" pitchFamily="34" charset="0"/>
              </a:rPr>
              <a:t>Lecture 11: Electron </a:t>
            </a:r>
            <a:r>
              <a:rPr lang="fr-FR" altLang="ko-KR" sz="1800" b="1" dirty="0" err="1">
                <a:solidFill>
                  <a:srgbClr val="3240C0"/>
                </a:solidFill>
                <a:ea typeface="맑은 고딕" pitchFamily="50" charset="-127"/>
                <a:cs typeface="Arial" pitchFamily="34" charset="0"/>
              </a:rPr>
              <a:t>gase</a:t>
            </a:r>
            <a:r>
              <a:rPr lang="fr-FR" altLang="ko-KR" b="1" dirty="0" err="1">
                <a:solidFill>
                  <a:srgbClr val="3240C0"/>
                </a:solidFill>
                <a:ea typeface="맑은 고딕" pitchFamily="50" charset="-127"/>
                <a:cs typeface="Arial" pitchFamily="34" charset="0"/>
              </a:rPr>
              <a:t>s</a:t>
            </a:r>
            <a:r>
              <a:rPr lang="fr-FR" altLang="ko-KR" b="1" dirty="0">
                <a:solidFill>
                  <a:srgbClr val="3240C0"/>
                </a:solidFill>
                <a:ea typeface="맑은 고딕" pitchFamily="50" charset="-127"/>
                <a:cs typeface="Arial" pitchFamily="34" charset="0"/>
              </a:rPr>
              <a:t> in 3, 2, 1, and 0 (!) dimensions</a:t>
            </a:r>
            <a:endParaRPr lang="en-US" altLang="ko-KR" sz="2800" b="1" dirty="0">
              <a:solidFill>
                <a:srgbClr val="3240C0"/>
              </a:solidFill>
              <a:ea typeface="맑은 고딕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221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3"/>
          <p:cNvSpPr>
            <a:spLocks noGrp="1"/>
          </p:cNvSpPr>
          <p:nvPr>
            <p:ph type="title"/>
          </p:nvPr>
        </p:nvSpPr>
        <p:spPr>
          <a:xfrm>
            <a:off x="0" y="16778"/>
            <a:ext cx="9144000" cy="1069514"/>
          </a:xfrm>
        </p:spPr>
        <p:txBody>
          <a:bodyPr>
            <a:normAutofit/>
          </a:bodyPr>
          <a:lstStyle/>
          <a:p>
            <a:pPr algn="l"/>
            <a:r>
              <a:rPr lang="en-GB" sz="2400" b="1" dirty="0"/>
              <a:t>Quantum dots: Nobel prize 2023 and application potential</a:t>
            </a:r>
            <a:endParaRPr lang="en-GB" sz="2400" b="1" dirty="0">
              <a:solidFill>
                <a:srgbClr val="FF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61BBBF-64F3-C441-26B9-A1750C781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2061509"/>
            <a:ext cx="3152486" cy="3152486"/>
          </a:xfrm>
          <a:prstGeom prst="rect">
            <a:avLst/>
          </a:prstGeom>
        </p:spPr>
      </p:pic>
      <p:pic>
        <p:nvPicPr>
          <p:cNvPr id="1026" name="Picture 2" descr="Schematic picture of a quantum dot (QD) display. | Download Scientific  Diagram">
            <a:extLst>
              <a:ext uri="{FF2B5EF4-FFF2-40B4-BE49-F238E27FC236}">
                <a16:creationId xmlns:a16="http://schemas.microsoft.com/office/drawing/2014/main" id="{4C3792E3-A232-CE92-1D26-083614B26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4118" y="1448977"/>
            <a:ext cx="3429000" cy="237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A47548-9B82-2590-B3F0-A807411427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4118" y="4379976"/>
            <a:ext cx="3708400" cy="20859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FB14DA-0DF4-B1A2-F319-8533F8D89F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9255" y="2547527"/>
            <a:ext cx="25019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110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3"/>
          <p:cNvSpPr>
            <a:spLocks noGrp="1"/>
          </p:cNvSpPr>
          <p:nvPr>
            <p:ph type="title"/>
          </p:nvPr>
        </p:nvSpPr>
        <p:spPr>
          <a:xfrm>
            <a:off x="0" y="16778"/>
            <a:ext cx="9144000" cy="1069514"/>
          </a:xfrm>
        </p:spPr>
        <p:txBody>
          <a:bodyPr>
            <a:normAutofit/>
          </a:bodyPr>
          <a:lstStyle/>
          <a:p>
            <a:pPr algn="l"/>
            <a:r>
              <a:rPr lang="en-GB" sz="2400" b="1" dirty="0"/>
              <a:t>Quantum dots: density of states, samples and </a:t>
            </a:r>
            <a:br>
              <a:rPr lang="en-GB" sz="2400" b="1" dirty="0"/>
            </a:br>
            <a:r>
              <a:rPr lang="en-GB" sz="2400" b="1" dirty="0"/>
              <a:t>measurement of the Coulomb blockade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23" name="Titel 3">
            <a:extLst>
              <a:ext uri="{FF2B5EF4-FFF2-40B4-BE49-F238E27FC236}">
                <a16:creationId xmlns:a16="http://schemas.microsoft.com/office/drawing/2014/main" id="{E05100DB-5766-C148-8F5A-667DB4B160B8}"/>
              </a:ext>
            </a:extLst>
          </p:cNvPr>
          <p:cNvSpPr txBox="1">
            <a:spLocks/>
          </p:cNvSpPr>
          <p:nvPr/>
        </p:nvSpPr>
        <p:spPr>
          <a:xfrm>
            <a:off x="827584" y="250473"/>
            <a:ext cx="7776864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ko-KR" alt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400" b="1" dirty="0">
              <a:solidFill>
                <a:srgbClr val="FF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19D456-0ED1-D020-9B90-DACF80A6A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077" y="3988500"/>
            <a:ext cx="3566879" cy="23928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D930B3-FEF8-6604-E587-932BE4A942CE}"/>
              </a:ext>
            </a:extLst>
          </p:cNvPr>
          <p:cNvSpPr txBox="1"/>
          <p:nvPr/>
        </p:nvSpPr>
        <p:spPr>
          <a:xfrm>
            <a:off x="4932040" y="6420538"/>
            <a:ext cx="431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U. </a:t>
            </a:r>
            <a:r>
              <a:rPr lang="en-GB" sz="1200" i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Meirav</a:t>
            </a:r>
            <a:r>
              <a:rPr lang="en-GB" sz="12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M. A. Kastner, and S. Wind, Phys. Rev. Lett. </a:t>
            </a:r>
            <a:r>
              <a:rPr lang="en-GB" sz="1200" b="1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65</a:t>
            </a:r>
            <a:r>
              <a:rPr lang="en-GB" sz="12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6 (1990)</a:t>
            </a:r>
            <a:endParaRPr lang="en-GB" sz="1200" i="1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Y. Meir, N. S. </a:t>
            </a:r>
            <a:r>
              <a:rPr lang="en-GB" sz="1200" i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Wingreen</a:t>
            </a:r>
            <a:r>
              <a:rPr lang="en-GB" sz="12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and P. A. Lee, Phys. Rev. Lett. </a:t>
            </a:r>
            <a:r>
              <a:rPr lang="en-GB" sz="1200" b="1" i="1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66</a:t>
            </a:r>
            <a:r>
              <a:rPr lang="en-GB" sz="12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23 (1991)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67F6A2-367D-482B-6F78-8B8382E2E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044" y="4238855"/>
            <a:ext cx="4043233" cy="18921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7DB981-91BC-ABB1-719F-64BA9A4CF5B1}"/>
              </a:ext>
            </a:extLst>
          </p:cNvPr>
          <p:cNvSpPr txBox="1"/>
          <p:nvPr/>
        </p:nvSpPr>
        <p:spPr>
          <a:xfrm>
            <a:off x="-15008" y="6581001"/>
            <a:ext cx="29695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J. A. Folk, et al., Phys. Rev. Lett. </a:t>
            </a:r>
            <a:r>
              <a:rPr lang="en-GB" sz="1200" b="1" i="1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76</a:t>
            </a:r>
            <a:r>
              <a:rPr lang="en-GB" sz="12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10 (1996)</a:t>
            </a:r>
            <a:endParaRPr lang="en-GB" sz="1200" i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64EF62-F828-0B7D-A7E0-0A20CC131FCD}"/>
              </a:ext>
            </a:extLst>
          </p:cNvPr>
          <p:cNvSpPr txBox="1"/>
          <p:nvPr/>
        </p:nvSpPr>
        <p:spPr>
          <a:xfrm>
            <a:off x="323802" y="3780064"/>
            <a:ext cx="1145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Schematic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5F4C5A-AAA5-120E-9C77-D0E1FA66183D}"/>
              </a:ext>
            </a:extLst>
          </p:cNvPr>
          <p:cNvSpPr txBox="1"/>
          <p:nvPr/>
        </p:nvSpPr>
        <p:spPr>
          <a:xfrm>
            <a:off x="2609924" y="3749998"/>
            <a:ext cx="1962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STM measurement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6CF343-816A-C875-A1CB-6F11C74BA1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500" y="1285144"/>
            <a:ext cx="4749000" cy="234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567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</p:bld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12929</TotalTime>
  <Words>157</Words>
  <Application>Microsoft Macintosh PowerPoint</Application>
  <PresentationFormat>On-screen Show (4:3)</PresentationFormat>
  <Paragraphs>15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Custom Design</vt:lpstr>
      <vt:lpstr>Larissa-Design</vt:lpstr>
      <vt:lpstr>PowerPoint Presentation</vt:lpstr>
      <vt:lpstr>Quantum dots: Nobel prize 2023 and application potential</vt:lpstr>
      <vt:lpstr>Quantum dots: density of states, samples and  measurement of the Coulomb blockade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Thomas Schäfer</cp:lastModifiedBy>
  <cp:revision>650</cp:revision>
  <cp:lastPrinted>2021-09-09T16:03:15Z</cp:lastPrinted>
  <dcterms:created xsi:type="dcterms:W3CDTF">2014-04-01T16:35:38Z</dcterms:created>
  <dcterms:modified xsi:type="dcterms:W3CDTF">2025-10-27T14:03:54Z</dcterms:modified>
</cp:coreProperties>
</file>